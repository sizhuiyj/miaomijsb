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6A6B97-64E2-EE14-9DCA-A4F63BC3FF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F824AD3-C31D-D001-1345-F3A7A6D9CD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0D3966-BB49-8034-8B2F-3C7CAEA92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D2CBE0-E512-3E78-3617-86DDB74EA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63723B5-C3DC-B095-EE5B-982B79B0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244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63ED4E-055B-AA9D-76EB-02D30AD718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DB8336-492E-82FA-0486-A1F975D14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51ECD0-0921-C257-0DAC-7CD82DDB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24F05A-4B79-D1FA-A66D-26732A64B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B81EB-E98D-11F7-F383-963092270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3825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AC7C9-F2F6-FF10-0AEE-5B8112C0C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849956-C89C-62DE-1DFF-9450B028E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5439F5-3B07-93D6-E1A3-681913BEF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44C9BD-9FD4-6EEF-D21B-B179C1DBE7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33BCD5-2625-DDFD-D45F-8208BFF57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342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2CAEA-D640-FA76-66CA-1AC5A61F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2202094-EE9A-621F-1B2C-057EED747B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BA969E-6E5B-E1B4-D62D-E39D808A3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4A06BC0-1A60-B41C-119F-FF7F85227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2B88B7-6E6D-23F3-CD3C-2990AD785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838E31-8C04-F075-8AD2-8EE8F9283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89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3EEDF-0DC4-5B9F-CE76-66105F6057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8BB8B35-8AEB-D1B1-DB57-E1EF49531E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F44E50-4520-7D54-F411-FF30CA17F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0999C29-BB53-0931-FDB4-F20A79E50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9DB1073-0A6B-DB6A-F0D9-6AFB1E2494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CF245C-E387-6F72-243E-36E64B440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52EABC6-8EB4-956E-77BA-ECF6E64E9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A9EC9E3-6170-619D-5575-F0E67530D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18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C0CDF5-BB84-1266-26A0-55D8044F1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41ABEBA-3342-F25B-068E-F6D2D5C4E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3E2E59C-6115-C10E-176B-E80F4A406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1AA1056-0C20-C5C5-5465-C7541D9F5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270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CCC179-0293-18A6-B19F-3EC7C5E89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3C311F9-7F99-0A78-BF9E-0EFBF83D2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5C5F2F-FE9F-4008-9A04-B784A929D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366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67081-4620-2F40-915C-7647765C1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68DB81-CF56-0CA7-9D70-567A2AFA6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147504-8BBD-25D1-C2EA-FDE9471C71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6AC3EC4-950F-5FB3-9D58-40E9EFA44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97FF43-59E1-9E83-9731-5B7D91254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28E81-0ABB-D56F-FDD3-297ABAB7D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1130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8DFAE-E38E-BFD6-D9FE-E8D6394EA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1F506C0-1450-DD05-ECEC-A1223CD684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FC9BA4B-390C-4B89-0B84-B393E44A7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846BEF-252C-31BD-389E-01DC2AB0B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7ACDCCD-74E8-E3E4-7F53-52CCDB3AC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39EBA9-BBAE-7F01-8CAD-F283FD0A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34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12AACB-FA68-AB3F-23A6-2EB148AE0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DDA85D-F3FD-9BAC-2523-287418954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50058-B5FF-7C3D-7918-6267664AC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B4C073-63F8-40AC-FF37-5CC944C53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3945AE-177F-089B-2DFE-FE8ABA96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114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F498B5F-F251-5C73-9D0C-6D2606E379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515B15-964D-8D21-6803-547488FCD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5B707D-0E01-1EF9-32C9-2E23D8BD0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A5D2F50-D3D0-DA52-A87A-7C842C89B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93D02E-BCF9-1728-5A9A-B23F65871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419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06570EB-2D8D-AC95-6EA0-45323DF12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E253A7E-3659-AC2F-FD2E-12DCD734D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7581E1-B107-CB1C-0CEE-F068C02453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F77972-52CF-487B-9C30-0517C53F3C12}" type="datetimeFigureOut">
              <a:rPr lang="zh-CN" altLang="en-US" smtClean="0"/>
              <a:t>2026/4/14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115A99-0554-7D69-E18E-DFCDF2968E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DD3EB-9381-9C1C-33BB-084C18EE5F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38AB0B-45BC-47C2-8E64-491490B38D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0799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F78FD5-493D-D5CE-082B-63B171EC3A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3444CC-A514-DD86-999D-B04364E441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 descr="人们在山上的风景&#10;&#10;AI 生成的内容可能不正确。">
            <a:extLst>
              <a:ext uri="{FF2B5EF4-FFF2-40B4-BE49-F238E27FC236}">
                <a16:creationId xmlns:a16="http://schemas.microsoft.com/office/drawing/2014/main" id="{47E8E3BD-B6C8-2BD9-6022-3C656CEB4C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356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7875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B175B-036F-66A9-8671-E598E480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6A41AF-DB36-0693-28E7-B95BC7A60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" name="图片 6" descr="山上的景色&#10;&#10;AI 生成的内容可能不正确。">
            <a:extLst>
              <a:ext uri="{FF2B5EF4-FFF2-40B4-BE49-F238E27FC236}">
                <a16:creationId xmlns:a16="http://schemas.microsoft.com/office/drawing/2014/main" id="{C05F6311-F825-D139-4B12-62347B437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67" y="0"/>
            <a:ext cx="11356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90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DB175B-036F-66A9-8671-E598E4806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能不能把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6A41AF-DB36-0693-28E7-B95BC7A60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780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宽屏</PresentationFormat>
  <Paragraphs>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能不能把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原君 刘</dc:creator>
  <cp:lastModifiedBy>原君 刘</cp:lastModifiedBy>
  <cp:revision>2</cp:revision>
  <dcterms:created xsi:type="dcterms:W3CDTF">2026-04-14T11:39:49Z</dcterms:created>
  <dcterms:modified xsi:type="dcterms:W3CDTF">2026-04-14T11:41:07Z</dcterms:modified>
</cp:coreProperties>
</file>